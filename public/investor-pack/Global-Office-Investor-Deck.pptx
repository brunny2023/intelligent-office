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Limited.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Limited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Limited,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 · Clean cap table · Holdco structure under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Limited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