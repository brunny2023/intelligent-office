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5" r:id="rId36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slide" Target="slides/slide23.xml"/><Relationship Id="rId17" Type="http://schemas.openxmlformats.org/officeDocument/2006/relationships/slide" Target="slides/slide24.xml"/><Relationship Id="rId18" Type="http://schemas.openxmlformats.org/officeDocument/2006/relationships/slide" Target="slides/slide25.xml"/><Relationship Id="rId19" Type="http://schemas.openxmlformats.org/officeDocument/2006/relationships/slide" Target="slides/slide26.xml"/><Relationship Id="rId20" Type="http://schemas.openxmlformats.org/officeDocument/2006/relationships/slide" Target="slides/slide27.xml"/><Relationship Id="rId21" Type="http://schemas.openxmlformats.org/officeDocument/2006/relationships/slide" Target="slides/slide28.xml"/><Relationship Id="rId22" Type="http://schemas.openxmlformats.org/officeDocument/2006/relationships/slide" Target="slides/slide29.xml"/><Relationship Id="rId23" Type="http://schemas.openxmlformats.org/officeDocument/2006/relationships/slide" Target="slides/slide3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Inc..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INC.  ·  DELAWARE C-CORPORATION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Execution Engine</a:t>
            </a:r>
          </a:p>
          <a:p>
            <a:r>
              <a:rPr sz="1300">
                <a:solidFill>
                  <a:srgbClr val="C8CEDC"/>
                </a:solidFill>
              </a:rPr>
              <a:t>Kanban delivery with AI priority scoring, workload balancing and slip prediction.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Predictive AI Insights</a:t>
            </a:r>
          </a:p>
          <a:p>
            <a:r>
              <a:rPr sz="1300">
                <a:solidFill>
                  <a:srgbClr val="C8CEDC"/>
                </a:solidFill>
              </a:rPr>
              <a:t>Proactive alerts on slipping work, burnout risk and revenue exposure — before they cost money.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&amp; CAPITAL EFFICIENCY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margins, metered AI cost, and capital that buys evidence.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78–84%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62–68% in year one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Serve / Org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$34–58 mo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to $18–26 by year three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12–18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 mo as channel matures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(Year 3)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3.5x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108–125% on expansion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$1.5M CONVERTS INTO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Infrastructure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platform, capacity to scale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cohort, measured CAC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Success &amp; 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engine, higher customer value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already built. This round funds commercialization, so incremental revenue lands on a largely fixed cost base. Full derivation in the Capital Efficiency &amp; Unit Economics Memo.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Inc.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Inc.,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Inc. — Delaware C-Corporation · Clean single-entity cap table · IP held by the parent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Inc.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Inc. (a Delaware C-Corporation)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