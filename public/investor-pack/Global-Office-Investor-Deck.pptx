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slide" Target="slides/slide24.xml"/><Relationship Id="rId19" Type="http://schemas.openxmlformats.org/officeDocument/2006/relationships/slide" Target="slides/slide25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Inc..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Inc.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Inc.,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Inc.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Inc. (a Delaware C-Corporation)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